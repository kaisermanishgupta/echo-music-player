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3"/>
  </p:notesMasterIdLst>
  <p:sldIdLst>
    <p:sldId id="285" r:id="rId2"/>
    <p:sldId id="276" r:id="rId3"/>
    <p:sldId id="288" r:id="rId4"/>
    <p:sldId id="291" r:id="rId5"/>
    <p:sldId id="292" r:id="rId6"/>
    <p:sldId id="270" r:id="rId7"/>
    <p:sldId id="289" r:id="rId8"/>
    <p:sldId id="290" r:id="rId9"/>
    <p:sldId id="283" r:id="rId10"/>
    <p:sldId id="284" r:id="rId11"/>
    <p:sldId id="273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19" autoAdjust="0"/>
    <p:restoredTop sz="86535" autoAdjust="0"/>
  </p:normalViewPr>
  <p:slideViewPr>
    <p:cSldViewPr>
      <p:cViewPr varScale="1">
        <p:scale>
          <a:sx n="64" d="100"/>
          <a:sy n="64" d="100"/>
        </p:scale>
        <p:origin x="148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D895D-D788-4B08-93B3-B78EFB535739}" type="datetimeFigureOut">
              <a:rPr lang="en-IN" smtClean="0"/>
              <a:t>25-09-2020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32714-8A85-4045-9756-8E58AB7B76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6134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2</a:t>
            </a:fld>
            <a:endParaRPr lang="en-US" dirty="0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143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3</a:t>
            </a:fld>
            <a:endParaRPr lang="en-US" dirty="0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829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4</a:t>
            </a:fld>
            <a:endParaRPr lang="en-US" dirty="0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413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5</a:t>
            </a:fld>
            <a:endParaRPr lang="en-US" dirty="0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543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6</a:t>
            </a:fld>
            <a:endParaRPr lang="en-US" dirty="0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150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7</a:t>
            </a:fld>
            <a:endParaRPr lang="en-US" dirty="0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406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8</a:t>
            </a:fld>
            <a:endParaRPr lang="en-US" dirty="0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4396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9</a:t>
            </a:fld>
            <a:endParaRPr lang="en-US" dirty="0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210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10</a:t>
            </a:fld>
            <a:endParaRPr lang="en-US" dirty="0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270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5081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856" y="0"/>
            <a:ext cx="9147855" cy="548680"/>
          </a:xfrm>
        </p:spPr>
        <p:txBody>
          <a:bodyPr>
            <a:normAutofit/>
          </a:bodyPr>
          <a:lstStyle>
            <a:lvl1pPr algn="l"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5400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92064"/>
            <a:ext cx="395064" cy="365125"/>
          </a:xfrm>
        </p:spPr>
        <p:txBody>
          <a:bodyPr/>
          <a:lstStyle>
            <a:lvl1pPr algn="ctr">
              <a:defRPr/>
            </a:lvl1pPr>
          </a:lstStyle>
          <a:p>
            <a:fld id="{08FC1071-F2DF-4CA9-AA63-FF97A16BD73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153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5396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5711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6919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5771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485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185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9271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7677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3088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19676" y="8721"/>
            <a:ext cx="9163676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l"/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620688"/>
            <a:ext cx="9144000" cy="5688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C1071-F2DF-4CA9-AA63-FF97A16BD73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8646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lang="en-IN" sz="2800" b="1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google.com/store/apps/details?id=com.manishgupta1998.echo&amp;hl=e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87449"/>
            <a:ext cx="9144000" cy="1080120"/>
          </a:xfrm>
        </p:spPr>
        <p:txBody>
          <a:bodyPr>
            <a:normAutofit fontScale="90000"/>
          </a:bodyPr>
          <a:lstStyle/>
          <a:p>
            <a:pPr fontAlgn="base">
              <a:spcAft>
                <a:spcPct val="0"/>
              </a:spcAft>
            </a:pPr>
            <a:r>
              <a:rPr lang="en-US" sz="2700" dirty="0">
                <a:ea typeface="Droid Sans Fallback"/>
                <a:cs typeface="Times New Roman" pitchFamily="18" charset="0"/>
              </a:rPr>
              <a:t> </a:t>
            </a:r>
            <a:r>
              <a:rPr lang="en-IN" sz="2700" dirty="0">
                <a:ea typeface="Droid Sans Fallback"/>
                <a:cs typeface="Times New Roman" pitchFamily="18" charset="0"/>
              </a:rPr>
              <a:t>ECHO MUSIC PLAYER</a:t>
            </a:r>
            <a:r>
              <a:rPr lang="en-US" sz="2000" dirty="0" smtClean="0">
                <a:ea typeface="Droid Sans Fallback"/>
                <a:cs typeface="Times New Roman" pitchFamily="18" charset="0"/>
              </a:rPr>
              <a:t/>
            </a:r>
            <a:br>
              <a:rPr lang="en-US" sz="2000" dirty="0" smtClean="0">
                <a:ea typeface="Droid Sans Fallback"/>
                <a:cs typeface="Times New Roman" pitchFamily="18" charset="0"/>
              </a:rPr>
            </a:br>
            <a:r>
              <a:rPr lang="en-US" sz="2400" dirty="0" smtClean="0">
                <a:ea typeface="Droid Sans Fallback"/>
                <a:cs typeface="Times New Roman" pitchFamily="18" charset="0"/>
              </a:rPr>
              <a:t>Project Synopsis </a:t>
            </a:r>
            <a:r>
              <a:rPr lang="en-US" sz="2400" dirty="0">
                <a:ea typeface="Droid Sans Fallback"/>
                <a:cs typeface="Times New Roman" pitchFamily="18" charset="0"/>
              </a:rPr>
              <a:t>Presentation </a:t>
            </a:r>
            <a:r>
              <a:rPr lang="en-US" sz="2400" dirty="0" smtClean="0">
                <a:ea typeface="Droid Sans Fallback"/>
                <a:cs typeface="Times New Roman" pitchFamily="18" charset="0"/>
              </a:rPr>
              <a:t/>
            </a:r>
            <a:br>
              <a:rPr lang="en-US" sz="2400" dirty="0" smtClean="0">
                <a:ea typeface="Droid Sans Fallback"/>
                <a:cs typeface="Times New Roman" pitchFamily="18" charset="0"/>
              </a:rPr>
            </a:br>
            <a:r>
              <a:rPr lang="en-US" sz="2000" dirty="0" smtClean="0">
                <a:solidFill>
                  <a:srgbClr val="0033CC"/>
                </a:solidFill>
                <a:latin typeface="Calibri" pitchFamily="34" charset="0"/>
                <a:ea typeface="Droid Sans Fallback"/>
                <a:cs typeface="Times New Roman" pitchFamily="18" charset="0"/>
              </a:rPr>
              <a:t>Date</a:t>
            </a:r>
            <a:r>
              <a:rPr lang="en-US" sz="2000" dirty="0">
                <a:solidFill>
                  <a:srgbClr val="0033CC"/>
                </a:solidFill>
                <a:latin typeface="Calibri" pitchFamily="34" charset="0"/>
                <a:ea typeface="Droid Sans Fallback"/>
                <a:cs typeface="Times New Roman" pitchFamily="18" charset="0"/>
              </a:rPr>
              <a:t>: </a:t>
            </a:r>
            <a:r>
              <a:rPr lang="en-US" sz="2000" dirty="0" smtClean="0">
                <a:solidFill>
                  <a:srgbClr val="0033CC"/>
                </a:solidFill>
                <a:latin typeface="Calibri" pitchFamily="34" charset="0"/>
                <a:ea typeface="Droid Sans Fallback"/>
                <a:cs typeface="Times New Roman" pitchFamily="18" charset="0"/>
              </a:rPr>
              <a:t>25/09/2020</a:t>
            </a:r>
            <a:endParaRPr lang="en-I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1</a:t>
            </a:fld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2323783" y="1585264"/>
            <a:ext cx="4968552" cy="14401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861224" y="6122424"/>
            <a:ext cx="78488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latin typeface="Calibri" pitchFamily="34" charset="0"/>
                <a:ea typeface="Droid Sans Fallback"/>
                <a:cs typeface="Calibri" pitchFamily="34" charset="0"/>
              </a:rPr>
              <a:t>FACULTY OF ENGINEERING AND COMPUTING </a:t>
            </a:r>
            <a:r>
              <a:rPr lang="en-IN" b="1" dirty="0" smtClean="0">
                <a:latin typeface="Calibri" pitchFamily="34" charset="0"/>
                <a:ea typeface="Droid Sans Fallback"/>
                <a:cs typeface="Calibri" pitchFamily="34" charset="0"/>
              </a:rPr>
              <a:t>SCIENCES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latin typeface="Calibri" pitchFamily="34" charset="0"/>
                <a:ea typeface="Droid Sans Fallback"/>
                <a:cs typeface="Calibri" pitchFamily="34" charset="0"/>
              </a:rPr>
              <a:t>TEERTHANKER </a:t>
            </a:r>
            <a:r>
              <a:rPr lang="en-US" b="1" dirty="0">
                <a:latin typeface="Calibri" pitchFamily="34" charset="0"/>
                <a:ea typeface="Droid Sans Fallback"/>
                <a:cs typeface="Calibri" pitchFamily="34" charset="0"/>
              </a:rPr>
              <a:t>MAHAVEER UNIVERSITY, MORADABAD</a:t>
            </a:r>
            <a:endParaRPr lang="en-US" b="1" dirty="0">
              <a:latin typeface="Arial" pitchFamily="34" charset="0"/>
              <a:ea typeface="Droid Sans Fallback"/>
              <a:cs typeface="Calibri" pitchFamily="34" charset="0"/>
            </a:endParaRPr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301" y="4854798"/>
            <a:ext cx="1204101" cy="1085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611559" y="1863247"/>
            <a:ext cx="804174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000" b="1" dirty="0">
                <a:latin typeface="Arial" pitchFamily="34" charset="0"/>
                <a:cs typeface="Arial" pitchFamily="34" charset="0"/>
              </a:rPr>
              <a:t>PROJECT WORK PHASE - I (ECS799</a:t>
            </a:r>
            <a:r>
              <a:rPr lang="en-IN" sz="2000" b="1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Calibri" pitchFamily="34" charset="0"/>
                <a:ea typeface="Droid Sans Fallback"/>
                <a:cs typeface="Times New Roman" pitchFamily="18" charset="0"/>
              </a:rPr>
              <a:t>Degree :</a:t>
            </a:r>
            <a:r>
              <a:rPr lang="en-US" sz="2000" b="1" dirty="0" smtClean="0">
                <a:latin typeface="Calibri" pitchFamily="34" charset="0"/>
                <a:ea typeface="Droid Sans Fallback"/>
                <a:cs typeface="Calibri" pitchFamily="34" charset="0"/>
              </a:rPr>
              <a:t> B.Tech (CSE)</a:t>
            </a:r>
            <a:endParaRPr lang="en-US" sz="20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81301" y="318114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33CC"/>
                </a:solidFill>
                <a:latin typeface="Calibri" pitchFamily="34" charset="0"/>
                <a:ea typeface="Droid Sans Fallback"/>
                <a:cs typeface="Times New Roman" pitchFamily="18" charset="0"/>
              </a:rPr>
              <a:t>Group: XXX</a:t>
            </a:r>
            <a:endParaRPr lang="en-US" dirty="0">
              <a:solidFill>
                <a:srgbClr val="0033CC"/>
              </a:solidFill>
              <a:latin typeface="Arial" pitchFamily="34" charset="0"/>
              <a:cs typeface="Arial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solidFill>
                  <a:srgbClr val="0033CC"/>
                </a:solidFill>
                <a:latin typeface="Calibri" pitchFamily="34" charset="0"/>
                <a:cs typeface="Times New Roman" pitchFamily="18" charset="0"/>
              </a:rPr>
              <a:t>Manish Gupta (TCA1709110)</a:t>
            </a:r>
            <a:endParaRPr lang="en-US" b="1" dirty="0">
              <a:solidFill>
                <a:srgbClr val="0033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3733" y="3198719"/>
            <a:ext cx="37401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33CC"/>
                </a:solidFill>
                <a:latin typeface="Calibri" pitchFamily="34" charset="0"/>
                <a:ea typeface="Droid Sans Fallback"/>
                <a:cs typeface="Times New Roman" pitchFamily="18" charset="0"/>
              </a:rPr>
              <a:t>Project Guide: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solidFill>
                  <a:srgbClr val="0033CC"/>
                </a:solidFill>
                <a:latin typeface="Calibri" pitchFamily="34" charset="0"/>
                <a:cs typeface="Times New Roman" pitchFamily="18" charset="0"/>
              </a:rPr>
              <a:t>Mr. Rupal Gupta</a:t>
            </a:r>
            <a:endParaRPr lang="en-US" b="1" dirty="0">
              <a:solidFill>
                <a:srgbClr val="0033CC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287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250904"/>
          </a:xfrm>
        </p:spPr>
        <p:txBody>
          <a:bodyPr>
            <a:normAutofit fontScale="70000" lnSpcReduction="20000"/>
          </a:bodyPr>
          <a:lstStyle/>
          <a:p>
            <a:pPr algn="just">
              <a:buFont typeface="Wingdings" panose="05000000000000000000" pitchFamily="2" charset="2"/>
              <a:buChar char="v"/>
            </a:pP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/>
              <a:t>In this project, we aim to build a general purpose Music Player Android application with the following functionalities: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 smtClean="0"/>
              <a:t>A </a:t>
            </a:r>
            <a:r>
              <a:rPr lang="en-IN" dirty="0"/>
              <a:t>glossy Splash screen and a custom Navigation drawer with app logo section at the top along with links to all other fragments of the App.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 smtClean="0"/>
              <a:t>An </a:t>
            </a:r>
            <a:r>
              <a:rPr lang="en-IN" dirty="0"/>
              <a:t>‘All songs’ screen, the home screen of the app, mentioning songs fetched from device and external storage media on device.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 smtClean="0"/>
              <a:t>The </a:t>
            </a:r>
            <a:r>
              <a:rPr lang="en-IN" dirty="0"/>
              <a:t>app should be able to fetch and play possibly all sorts of audio files.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 smtClean="0"/>
              <a:t>A ‘Favourites’ </a:t>
            </a:r>
            <a:r>
              <a:rPr lang="en-IN" dirty="0"/>
              <a:t>screen displaying lists of song marked as </a:t>
            </a:r>
            <a:r>
              <a:rPr lang="en-IN" dirty="0" smtClean="0"/>
              <a:t>favourites </a:t>
            </a:r>
            <a:r>
              <a:rPr lang="en-IN" dirty="0"/>
              <a:t>earlier.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 smtClean="0"/>
              <a:t>A </a:t>
            </a:r>
            <a:r>
              <a:rPr lang="en-IN" dirty="0"/>
              <a:t>‘Settings’ screen displaying app configuration settings.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 smtClean="0"/>
              <a:t>An </a:t>
            </a:r>
            <a:r>
              <a:rPr lang="en-IN" dirty="0"/>
              <a:t>‘About us’ screen displaying more information about the project developer.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 smtClean="0"/>
              <a:t>A </a:t>
            </a:r>
            <a:r>
              <a:rPr lang="en-IN" dirty="0"/>
              <a:t>‘Now playing’ screen with powerful equalizer and other necessary controls and options.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2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 b="1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defRPr>
            </a:lvl1pPr>
          </a:lstStyle>
          <a:p>
            <a:r>
              <a:rPr lang="en-US" dirty="0"/>
              <a:t>Project Brief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2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47664" y="6298600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600" b="1" i="1" dirty="0">
              <a:solidFill>
                <a:srgbClr val="FFFF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87914" y="6594672"/>
            <a:ext cx="11785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>
                <a:solidFill>
                  <a:schemeClr val="bg1"/>
                </a:solidFill>
              </a:rPr>
              <a:t>T002/ Version 1.0</a:t>
            </a:r>
            <a:endParaRPr lang="en-IN" sz="105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59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250904"/>
          </a:xfrm>
        </p:spPr>
        <p:txBody>
          <a:bodyPr>
            <a:normAutofit fontScale="85000" lnSpcReduction="20000"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N" dirty="0" smtClean="0"/>
              <a:t>A </a:t>
            </a:r>
            <a:r>
              <a:rPr lang="en-IN" dirty="0"/>
              <a:t>‘Now playing’ mini bar at the bottom with name of the track playing and play or </a:t>
            </a:r>
            <a:r>
              <a:rPr lang="en-IN" dirty="0" smtClean="0"/>
              <a:t>pause feature</a:t>
            </a:r>
            <a:r>
              <a:rPr lang="en-IN" dirty="0"/>
              <a:t>. This would appear if the user has transitioned from ‘Now playing’ screen to either the ‘All songs’ screen or the </a:t>
            </a:r>
            <a:r>
              <a:rPr lang="en-IN" dirty="0" smtClean="0"/>
              <a:t>‘Favourites</a:t>
            </a:r>
            <a:r>
              <a:rPr lang="en-IN" dirty="0"/>
              <a:t>’ screen without pausing the track.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 smtClean="0"/>
              <a:t>Background </a:t>
            </a:r>
            <a:r>
              <a:rPr lang="en-IN" dirty="0"/>
              <a:t>play. The app will continue playing the track if the app gets minimized without the music being paused.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 smtClean="0"/>
              <a:t>A </a:t>
            </a:r>
            <a:r>
              <a:rPr lang="en-IN" dirty="0"/>
              <a:t>notification saying "A track is playing in the background" only if the app gets </a:t>
            </a:r>
            <a:r>
              <a:rPr lang="en-IN" dirty="0" smtClean="0"/>
              <a:t>minimized without </a:t>
            </a:r>
            <a:r>
              <a:rPr lang="en-IN" dirty="0"/>
              <a:t>the music being paused. (depreciated in v1.1 after Google’s Policy Update Jan 2019)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/>
              <a:t>With this project, not only I hands on practiced Android App Development skills, but also made a contribution to a significant domain of Computing, It’s projected that by 2022, the number of users on Android will be around 859 million, also I published this project on Google Play Store, initially when developed it and now it has attained close to </a:t>
            </a:r>
            <a:r>
              <a:rPr lang="en-IN" dirty="0" smtClean="0"/>
              <a:t>87k</a:t>
            </a:r>
            <a:r>
              <a:rPr lang="en-IN" dirty="0"/>
              <a:t>+ downloads on the same, here is the link to it</a:t>
            </a:r>
            <a:r>
              <a:rPr lang="en-IN" dirty="0" smtClean="0"/>
              <a:t>: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0563C1"/>
                </a:solidFill>
                <a:latin typeface="Calibri" panose="020F0502020204030204" pitchFamily="34" charset="0"/>
                <a:ea typeface="Droid Sans Fallback"/>
                <a:hlinkClick r:id="rId3"/>
              </a:rPr>
              <a:t>https://play.google.com/store/apps/details?id=com.manishgupta1998.echo&amp;hl=en</a:t>
            </a: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3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 b="1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defRPr>
            </a:lvl1pPr>
          </a:lstStyle>
          <a:p>
            <a:r>
              <a:rPr lang="en-US" dirty="0"/>
              <a:t>Project Brief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3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47664" y="6298600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600" b="1" i="1" dirty="0">
              <a:solidFill>
                <a:srgbClr val="FFFF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87914" y="6594672"/>
            <a:ext cx="11785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>
                <a:solidFill>
                  <a:schemeClr val="bg1"/>
                </a:solidFill>
              </a:rPr>
              <a:t>T002/ Version 1.0</a:t>
            </a:r>
            <a:endParaRPr lang="en-IN" sz="105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849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4012" t="18424" r="24013" b="8740"/>
          <a:stretch/>
        </p:blipFill>
        <p:spPr>
          <a:xfrm>
            <a:off x="395065" y="1047696"/>
            <a:ext cx="8497416" cy="4896762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4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 b="1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defRPr>
            </a:lvl1pPr>
          </a:lstStyle>
          <a:p>
            <a:r>
              <a:rPr lang="en-US" dirty="0"/>
              <a:t>Project </a:t>
            </a:r>
            <a:r>
              <a:rPr lang="en-US" dirty="0" smtClean="0"/>
              <a:t>Brief</a:t>
            </a:r>
            <a:endParaRPr lang="en-US" dirty="0"/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4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47664" y="6298600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600" b="1" i="1" dirty="0">
              <a:solidFill>
                <a:srgbClr val="FFFF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87914" y="6594672"/>
            <a:ext cx="11785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>
                <a:solidFill>
                  <a:schemeClr val="bg1"/>
                </a:solidFill>
              </a:rPr>
              <a:t>T002/ Version 1.0</a:t>
            </a:r>
            <a:endParaRPr lang="en-IN" sz="105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564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5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 b="1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defRPr>
            </a:lvl1pPr>
          </a:lstStyle>
          <a:p>
            <a:r>
              <a:rPr lang="en-US" dirty="0"/>
              <a:t>Project </a:t>
            </a:r>
            <a:r>
              <a:rPr lang="en-US" dirty="0" smtClean="0"/>
              <a:t>Brief</a:t>
            </a:r>
            <a:endParaRPr lang="en-US" dirty="0"/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5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47664" y="6298600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600" b="1" i="1" dirty="0">
              <a:solidFill>
                <a:srgbClr val="FFFF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87914" y="6594672"/>
            <a:ext cx="11785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>
                <a:solidFill>
                  <a:schemeClr val="bg1"/>
                </a:solidFill>
              </a:rPr>
              <a:t>T002/ Version 1.0</a:t>
            </a:r>
            <a:endParaRPr lang="en-IN" sz="1050" b="1" dirty="0">
              <a:solidFill>
                <a:schemeClr val="bg1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l="17713" t="21133" r="53937" b="13036"/>
          <a:stretch/>
        </p:blipFill>
        <p:spPr>
          <a:xfrm>
            <a:off x="135954" y="1083964"/>
            <a:ext cx="3762211" cy="49117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/>
          <a:srcRect l="26755" t="23423" r="33398" b="11609"/>
          <a:stretch/>
        </p:blipFill>
        <p:spPr>
          <a:xfrm>
            <a:off x="3880784" y="1193156"/>
            <a:ext cx="5184576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99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250904"/>
          </a:xfrm>
        </p:spPr>
        <p:txBody>
          <a:bodyPr>
            <a:normAutofit fontScale="92500" lnSpcReduction="20000"/>
          </a:bodyPr>
          <a:lstStyle/>
          <a:p>
            <a:pPr lvl="1">
              <a:buFont typeface="Wingdings" panose="05000000000000000000" pitchFamily="2" charset="2"/>
              <a:buChar char="v"/>
            </a:pPr>
            <a:r>
              <a:rPr lang="en-US" sz="2200" b="1" dirty="0"/>
              <a:t>Software Platform </a:t>
            </a:r>
            <a:endParaRPr lang="en-IN" sz="19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 smtClean="0"/>
              <a:t>	</a:t>
            </a:r>
            <a:r>
              <a:rPr lang="en-US" sz="1800" b="1" dirty="0" smtClean="0"/>
              <a:t>Front-end</a:t>
            </a:r>
            <a:endParaRPr lang="en-IN" sz="1800" dirty="0"/>
          </a:p>
          <a:p>
            <a:pPr marL="0" lvl="0" indent="0">
              <a:buNone/>
            </a:pPr>
            <a:r>
              <a:rPr lang="en-US" sz="1800" dirty="0" smtClean="0"/>
              <a:t>		XML</a:t>
            </a:r>
            <a:r>
              <a:rPr lang="en-US" dirty="0"/>
              <a:t> </a:t>
            </a: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     </a:t>
            </a:r>
            <a:r>
              <a:rPr lang="en-US" dirty="0" smtClean="0"/>
              <a:t> </a:t>
            </a:r>
            <a:r>
              <a:rPr lang="en-US" sz="1800" b="1" dirty="0" smtClean="0"/>
              <a:t>Back-end</a:t>
            </a:r>
            <a:endParaRPr lang="en-IN" sz="1800" dirty="0"/>
          </a:p>
          <a:p>
            <a:pPr marL="0" lvl="0" indent="0">
              <a:buNone/>
            </a:pPr>
            <a:r>
              <a:rPr lang="en-US" sz="1800" dirty="0" smtClean="0"/>
              <a:t>		Kotlin</a:t>
            </a:r>
            <a:endParaRPr lang="en-US" sz="1800" dirty="0"/>
          </a:p>
          <a:p>
            <a:pPr marL="0" lv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SQLite</a:t>
            </a:r>
            <a:endParaRPr lang="en-US" sz="18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2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Hardware </a:t>
            </a:r>
            <a:r>
              <a:rPr lang="en-US" sz="2200" b="1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Platform</a:t>
            </a:r>
            <a:endParaRPr lang="en-IN" sz="1700" dirty="0">
              <a:latin typeface="Calibri" panose="020F0502020204030204" pitchFamily="34" charset="0"/>
              <a:ea typeface="Droid Sans Fallback"/>
            </a:endParaRPr>
          </a:p>
          <a:p>
            <a:pPr lvl="0">
              <a:lnSpc>
                <a:spcPct val="105000"/>
              </a:lnSpc>
              <a:buFont typeface="+mj-lt"/>
              <a:buAutoNum type="alphaLcParenR"/>
            </a:pPr>
            <a:r>
              <a:rPr lang="en-IN" sz="1800" dirty="0" smtClean="0"/>
              <a:t>RAM </a:t>
            </a:r>
            <a:r>
              <a:rPr lang="en-IN" sz="1800" dirty="0"/>
              <a:t>: at least 256 MB of RAM</a:t>
            </a:r>
          </a:p>
          <a:p>
            <a:pPr lvl="0">
              <a:lnSpc>
                <a:spcPct val="105000"/>
              </a:lnSpc>
              <a:buFont typeface="+mj-lt"/>
              <a:buAutoNum type="alphaLcParenR"/>
            </a:pPr>
            <a:r>
              <a:rPr lang="en-IN" sz="1800" dirty="0" smtClean="0"/>
              <a:t>Hard </a:t>
            </a:r>
            <a:r>
              <a:rPr lang="en-IN" sz="1800" dirty="0"/>
              <a:t>Disk : at least 10 MB of Disk Space on Hard Disk</a:t>
            </a:r>
          </a:p>
          <a:p>
            <a:pPr lvl="0">
              <a:lnSpc>
                <a:spcPct val="105000"/>
              </a:lnSpc>
              <a:buFont typeface="+mj-lt"/>
              <a:buAutoNum type="alphaLcParenR"/>
            </a:pPr>
            <a:r>
              <a:rPr lang="en-IN" sz="1800" dirty="0" smtClean="0"/>
              <a:t>OS </a:t>
            </a:r>
            <a:r>
              <a:rPr lang="en-IN" sz="1800" dirty="0"/>
              <a:t>: Android Operating System</a:t>
            </a:r>
          </a:p>
          <a:p>
            <a:pPr lvl="0">
              <a:lnSpc>
                <a:spcPct val="105000"/>
              </a:lnSpc>
              <a:buFont typeface="+mj-lt"/>
              <a:buAutoNum type="alphaLcParenR"/>
            </a:pPr>
            <a:r>
              <a:rPr lang="en-IN" sz="1800" dirty="0" smtClean="0"/>
              <a:t>IDE </a:t>
            </a:r>
            <a:r>
              <a:rPr lang="en-IN" sz="1800" dirty="0"/>
              <a:t>: Android Studio v1.0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/>
              <a:t>Tools</a:t>
            </a:r>
            <a:endParaRPr lang="en-IN" sz="1800" dirty="0"/>
          </a:p>
          <a:p>
            <a:r>
              <a:rPr lang="en-US" dirty="0"/>
              <a:t>Tool Name: Android Studio IDE</a:t>
            </a:r>
          </a:p>
          <a:p>
            <a:r>
              <a:rPr lang="en-US" dirty="0"/>
              <a:t>Version: 1.0</a:t>
            </a:r>
          </a:p>
          <a:p>
            <a:r>
              <a:rPr lang="en-US" dirty="0"/>
              <a:t>Developer(s):  Google Inc.</a:t>
            </a:r>
          </a:p>
          <a:p>
            <a:r>
              <a:rPr lang="en-US" dirty="0"/>
              <a:t>Written in: Java, Kotlin, C</a:t>
            </a:r>
            <a:r>
              <a:rPr lang="en-US" dirty="0" smtClean="0"/>
              <a:t>++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6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 smtClean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Technologies and Tools to be used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6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87914" y="6594672"/>
            <a:ext cx="11785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>
                <a:solidFill>
                  <a:schemeClr val="bg1"/>
                </a:solidFill>
              </a:rPr>
              <a:t>T002/ Version 1.0</a:t>
            </a:r>
            <a:endParaRPr lang="en-IN" sz="105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790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7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 smtClean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Context Diagram (Overall Project)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7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87914" y="6594672"/>
            <a:ext cx="11785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>
                <a:solidFill>
                  <a:schemeClr val="bg1"/>
                </a:solidFill>
              </a:rPr>
              <a:t>T002/ Version 1.0</a:t>
            </a:r>
            <a:endParaRPr lang="en-IN" sz="1050" b="1" dirty="0">
              <a:solidFill>
                <a:schemeClr val="bg1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98402" y="1628800"/>
            <a:ext cx="8566085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348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8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 smtClean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Data Flow Diagram (DFD)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8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87914" y="6594672"/>
            <a:ext cx="11785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>
                <a:solidFill>
                  <a:schemeClr val="bg1"/>
                </a:solidFill>
              </a:rPr>
              <a:t>T002/ Version 1.0</a:t>
            </a:r>
            <a:endParaRPr lang="en-IN" sz="1050" b="1" dirty="0">
              <a:solidFill>
                <a:schemeClr val="bg1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20988" y="998877"/>
            <a:ext cx="7698166" cy="499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446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250904"/>
          </a:xfrm>
        </p:spPr>
        <p:txBody>
          <a:bodyPr>
            <a:normAutofit fontScale="85000" lnSpcReduction="10000"/>
          </a:bodyPr>
          <a:lstStyle/>
          <a:p>
            <a:pPr algn="just">
              <a:buFont typeface="Wingdings" panose="05000000000000000000" pitchFamily="2" charset="2"/>
              <a:buChar char="v"/>
            </a:pP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 smtClean="0"/>
              <a:t>Shake </a:t>
            </a:r>
            <a:r>
              <a:rPr lang="en-IN" dirty="0"/>
              <a:t>to Change Functionality : Give your phone a shake to change the playing track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 smtClean="0"/>
              <a:t>Supports </a:t>
            </a:r>
            <a:r>
              <a:rPr lang="en-IN" dirty="0"/>
              <a:t>All types of Audio Files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 smtClean="0"/>
              <a:t>Powerful </a:t>
            </a:r>
            <a:r>
              <a:rPr lang="en-IN" dirty="0"/>
              <a:t>attention-hacking Open Source Equalizer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 smtClean="0"/>
              <a:t>Headset/Bluetooth </a:t>
            </a:r>
            <a:r>
              <a:rPr lang="en-IN" dirty="0"/>
              <a:t>Controls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 smtClean="0"/>
              <a:t>Create </a:t>
            </a:r>
            <a:r>
              <a:rPr lang="en-IN" dirty="0"/>
              <a:t>Custom Playlists by Adding your Tracks to Favorites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 smtClean="0"/>
              <a:t>Smart </a:t>
            </a:r>
            <a:r>
              <a:rPr lang="en-IN" dirty="0"/>
              <a:t>Remembering feature automatically applies previously Selected Controls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 smtClean="0"/>
              <a:t>User </a:t>
            </a:r>
            <a:r>
              <a:rPr lang="en-IN" dirty="0"/>
              <a:t>Friendly - Great UI and UX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9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 smtClean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Advantages of The Project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9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87914" y="6594672"/>
            <a:ext cx="11785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>
                <a:solidFill>
                  <a:schemeClr val="bg1"/>
                </a:solidFill>
              </a:rPr>
              <a:t>T002/ Version 1.0</a:t>
            </a:r>
            <a:endParaRPr lang="en-IN" sz="105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641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25090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dirty="0"/>
              <a:t>a) Books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 smtClean="0"/>
              <a:t>Android </a:t>
            </a:r>
            <a:r>
              <a:rPr lang="en-IN" dirty="0"/>
              <a:t>Development with Kotlin by Igor Wojda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/>
              <a:t>S</a:t>
            </a:r>
            <a:r>
              <a:rPr lang="en-IN" dirty="0" smtClean="0"/>
              <a:t>oftware </a:t>
            </a:r>
            <a:r>
              <a:rPr lang="en-IN" dirty="0"/>
              <a:t>Engineering Principles and Practices by Roger Pressman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dirty="0"/>
          </a:p>
          <a:p>
            <a:pPr marL="0" indent="0" algn="just">
              <a:buNone/>
            </a:pPr>
            <a:r>
              <a:rPr lang="en-IN" dirty="0"/>
              <a:t>b) Websites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 smtClean="0"/>
              <a:t>www.google.com</a:t>
            </a: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 smtClean="0"/>
              <a:t>www.trainings.internshala.com</a:t>
            </a: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 smtClean="0"/>
              <a:t>www.youtube.com</a:t>
            </a: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 smtClean="0"/>
              <a:t>www.edx.com</a:t>
            </a:r>
            <a:endParaRPr lang="en-IN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dirty="0" smtClean="0"/>
              <a:t>www.stackoverflow.com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10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 smtClean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References, if any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10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87914" y="6594672"/>
            <a:ext cx="11785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 smtClean="0">
                <a:solidFill>
                  <a:schemeClr val="bg1"/>
                </a:solidFill>
              </a:rPr>
              <a:t>T002/ Version 1.0</a:t>
            </a:r>
            <a:endParaRPr lang="en-IN" sz="105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641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End of Project </a:t>
            </a:r>
            <a:r>
              <a:rPr lang="en-US" sz="4000" dirty="0" smtClean="0"/>
              <a:t>Synopsis Presentation</a:t>
            </a:r>
            <a:r>
              <a:rPr lang="en-IN" sz="4000" dirty="0"/>
              <a:t/>
            </a:r>
            <a:br>
              <a:rPr lang="en-IN" sz="4000" dirty="0"/>
            </a:br>
            <a:endParaRPr lang="en-IN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11</a:t>
            </a:fld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323" y="3284984"/>
            <a:ext cx="3243353" cy="21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718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2330</TotalTime>
  <Words>565</Words>
  <Application>Microsoft Office PowerPoint</Application>
  <PresentationFormat>On-screen Show (4:3)</PresentationFormat>
  <Paragraphs>122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ＭＳ Ｐゴシック</vt:lpstr>
      <vt:lpstr>Arial</vt:lpstr>
      <vt:lpstr>Calibri</vt:lpstr>
      <vt:lpstr>Droid Sans Fallback</vt:lpstr>
      <vt:lpstr>Mangal</vt:lpstr>
      <vt:lpstr>Times New Roman</vt:lpstr>
      <vt:lpstr>Wingdings</vt:lpstr>
      <vt:lpstr>Office Theme</vt:lpstr>
      <vt:lpstr> ECHO MUSIC PLAYER Project Synopsis Presentation  Date: 25/09/2020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 of Project Synopsis Presentation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Rashmi Jain</dc:creator>
  <cp:lastModifiedBy>Manish Gupta</cp:lastModifiedBy>
  <cp:revision>110</cp:revision>
  <dcterms:created xsi:type="dcterms:W3CDTF">2016-07-30T14:16:51Z</dcterms:created>
  <dcterms:modified xsi:type="dcterms:W3CDTF">2020-09-25T07:57:16Z</dcterms:modified>
</cp:coreProperties>
</file>