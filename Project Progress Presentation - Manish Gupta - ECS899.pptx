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76" r:id="rId3"/>
    <p:sldId id="287" r:id="rId4"/>
    <p:sldId id="284" r:id="rId5"/>
    <p:sldId id="286" r:id="rId6"/>
    <p:sldId id="291" r:id="rId7"/>
    <p:sldId id="288" r:id="rId8"/>
    <p:sldId id="289" r:id="rId9"/>
    <p:sldId id="29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9" autoAdjust="0"/>
    <p:restoredTop sz="94660"/>
  </p:normalViewPr>
  <p:slideViewPr>
    <p:cSldViewPr>
      <p:cViewPr varScale="1">
        <p:scale>
          <a:sx n="70" d="100"/>
          <a:sy n="70" d="100"/>
        </p:scale>
        <p:origin x="13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18-03-2021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46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26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6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53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90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84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2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700" dirty="0">
                <a:ea typeface="Droid Sans Fallback"/>
                <a:cs typeface="Times New Roman" pitchFamily="18" charset="0"/>
              </a:rPr>
              <a:t> </a:t>
            </a:r>
            <a:r>
              <a:rPr lang="en-IN" sz="2700" dirty="0">
                <a:ea typeface="Droid Sans Fallback"/>
                <a:cs typeface="Times New Roman" pitchFamily="18" charset="0"/>
              </a:rPr>
              <a:t>ECHO MUSIC PLAYER</a:t>
            </a:r>
            <a:r>
              <a:rPr lang="en-US" sz="2000" dirty="0" smtClean="0">
                <a:ea typeface="Droid Sans Fallback"/>
                <a:cs typeface="Times New Roman" pitchFamily="18" charset="0"/>
              </a:rPr>
              <a:t/>
            </a:r>
            <a:br>
              <a:rPr lang="en-US" sz="2000" dirty="0" smtClean="0">
                <a:ea typeface="Droid Sans Fallback"/>
                <a:cs typeface="Times New Roman" pitchFamily="18" charset="0"/>
              </a:rPr>
            </a:br>
            <a:r>
              <a:rPr lang="en-US" sz="2400" dirty="0" smtClean="0">
                <a:ea typeface="Droid Sans Fallback"/>
                <a:cs typeface="Times New Roman" pitchFamily="18" charset="0"/>
              </a:rPr>
              <a:t>Project </a:t>
            </a:r>
            <a:r>
              <a:rPr lang="en-US" sz="2400" dirty="0" smtClean="0">
                <a:ea typeface="Droid Sans Fallback"/>
                <a:cs typeface="Times New Roman" pitchFamily="18" charset="0"/>
              </a:rPr>
              <a:t>Progress</a:t>
            </a:r>
            <a:r>
              <a:rPr lang="en-US" sz="2400" dirty="0" smtClean="0">
                <a:ea typeface="Droid Sans Fallback"/>
                <a:cs typeface="Times New Roman" pitchFamily="18" charset="0"/>
              </a:rPr>
              <a:t> Presentation : Milestone 3 </a:t>
            </a:r>
            <a:r>
              <a:rPr lang="en-US" sz="2400" dirty="0" smtClean="0">
                <a:ea typeface="Droid Sans Fallback"/>
                <a:cs typeface="Times New Roman" pitchFamily="18" charset="0"/>
              </a:rPr>
              <a:t/>
            </a:r>
            <a:br>
              <a:rPr lang="en-US" sz="2400" dirty="0" smtClean="0">
                <a:ea typeface="Droid Sans Fallback"/>
                <a:cs typeface="Times New Roman" pitchFamily="18" charset="0"/>
              </a:rPr>
            </a:b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Date</a:t>
            </a:r>
            <a:r>
              <a:rPr lang="en-US" sz="2000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: </a:t>
            </a: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18/02/2021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23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1224" y="6122424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prstClr val="black"/>
                </a:solidFill>
                <a:ea typeface="Droid Sans Fallback"/>
                <a:cs typeface="Calibri" pitchFamily="34" charset="0"/>
              </a:rPr>
              <a:t>FACULTY OF ENGINEERING AND COMPUTING </a:t>
            </a:r>
            <a:r>
              <a:rPr lang="en-IN" b="1" dirty="0" smtClean="0">
                <a:solidFill>
                  <a:prstClr val="black"/>
                </a:solidFill>
                <a:ea typeface="Droid Sans Fallback"/>
                <a:cs typeface="Calibri" pitchFamily="34" charset="0"/>
              </a:rPr>
              <a:t>SCIENCES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prstClr val="black"/>
                </a:solidFill>
                <a:ea typeface="Droid Sans Fallback"/>
                <a:cs typeface="Calibri" pitchFamily="34" charset="0"/>
              </a:rPr>
              <a:t>TEERTHANKER </a:t>
            </a:r>
            <a:r>
              <a:rPr lang="en-US" b="1" dirty="0">
                <a:solidFill>
                  <a:prstClr val="black"/>
                </a:solidFill>
                <a:ea typeface="Droid Sans Fallback"/>
                <a:cs typeface="Calibri" pitchFamily="34" charset="0"/>
              </a:rPr>
              <a:t>MAHAVEER UNIVERSITY, MORADABAD</a:t>
            </a:r>
            <a:endParaRPr lang="en-US" b="1" dirty="0">
              <a:solidFill>
                <a:prstClr val="black"/>
              </a:solidFill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01" y="4854798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1559" y="1863247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PROJECT WORK PHASE - </a:t>
            </a:r>
            <a:r>
              <a:rPr lang="en-IN" sz="20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II </a:t>
            </a:r>
            <a:r>
              <a:rPr lang="en-IN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IN" sz="20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ECS899</a:t>
            </a:r>
            <a:r>
              <a:rPr lang="en-IN" sz="20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prstClr val="black"/>
                </a:solidFill>
                <a:ea typeface="Droid Sans Fallback"/>
                <a:cs typeface="Times New Roman" pitchFamily="18" charset="0"/>
              </a:rPr>
              <a:t>Degree :</a:t>
            </a:r>
            <a:r>
              <a:rPr lang="en-US" sz="2000" b="1" dirty="0" smtClean="0">
                <a:solidFill>
                  <a:prstClr val="black"/>
                </a:solidFill>
                <a:ea typeface="Droid Sans Fallback"/>
                <a:cs typeface="Calibri" pitchFamily="34" charset="0"/>
              </a:rPr>
              <a:t> B.Tech (CSE)</a:t>
            </a:r>
            <a:endParaRPr lang="en-US" sz="2000" b="1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81301" y="31811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3CC"/>
                </a:solidFill>
                <a:ea typeface="Droid Sans Fallback"/>
                <a:cs typeface="Times New Roman" pitchFamily="18" charset="0"/>
              </a:rPr>
              <a:t>Group: </a:t>
            </a:r>
            <a:r>
              <a:rPr lang="en-US" dirty="0" smtClean="0">
                <a:solidFill>
                  <a:srgbClr val="0033CC"/>
                </a:solidFill>
                <a:ea typeface="Droid Sans Fallback"/>
                <a:cs typeface="Times New Roman" pitchFamily="18" charset="0"/>
              </a:rPr>
              <a:t>ECSP-06</a:t>
            </a: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33CC"/>
                </a:solidFill>
                <a:cs typeface="Times New Roman" pitchFamily="18" charset="0"/>
              </a:rPr>
              <a:t>Manish Gupta (TCA1709110)</a:t>
            </a:r>
            <a:endParaRPr lang="en-US" b="1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733" y="3198719"/>
            <a:ext cx="3740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33CC"/>
                </a:solidFill>
                <a:ea typeface="Droid Sans Fallback"/>
                <a:cs typeface="Times New Roman" pitchFamily="18" charset="0"/>
              </a:rPr>
              <a:t>Project Guide: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33CC"/>
                </a:solidFill>
                <a:cs typeface="Times New Roman" pitchFamily="18" charset="0"/>
              </a:rPr>
              <a:t>Mr. Rupal Gupta</a:t>
            </a:r>
            <a:endParaRPr lang="en-US" b="1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75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</a:t>
            </a:r>
            <a:r>
              <a:rPr lang="en-US" dirty="0" smtClean="0"/>
              <a:t>Milestones</a:t>
            </a:r>
            <a:endParaRPr lang="en-US" dirty="0"/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063011"/>
              </p:ext>
            </p:extLst>
          </p:nvPr>
        </p:nvGraphicFramePr>
        <p:xfrm>
          <a:off x="107504" y="1052736"/>
          <a:ext cx="8917477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646"/>
                <a:gridCol w="2647669"/>
                <a:gridCol w="1250288"/>
                <a:gridCol w="1250288"/>
                <a:gridCol w="33095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S#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Milestone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Planned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Actual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Inputs Required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Project Synopsis Presentation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25/09/2020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25/09/2020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</a:t>
                      </a:r>
                      <a:r>
                        <a:rPr lang="en-IN" sz="1200" baseline="0" dirty="0" smtClean="0"/>
                        <a:t> Synopsis Report (using Template T001) should be ready and available</a:t>
                      </a:r>
                      <a:endParaRPr lang="en-IN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Requirement Analysis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15/11/2020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08/11/2020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Synopsis</a:t>
                      </a:r>
                      <a:r>
                        <a:rPr lang="en-IN" sz="1200" baseline="0" dirty="0" smtClean="0"/>
                        <a:t> Report </a:t>
                      </a:r>
                      <a:endParaRPr lang="en-IN" sz="1200" dirty="0" smtClean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Report (using Template T003) –Section</a:t>
                      </a:r>
                      <a:r>
                        <a:rPr lang="en-IN" sz="1200" baseline="0" dirty="0" smtClean="0"/>
                        <a:t> on “Requirement Analysis” should be ready and available</a:t>
                      </a:r>
                      <a:endParaRPr lang="en-IN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Live Demo (with 50% completion)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19/03/2021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18/02/2021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Synopsis</a:t>
                      </a:r>
                      <a:r>
                        <a:rPr lang="en-IN" sz="1200" baseline="0" dirty="0" smtClean="0"/>
                        <a:t> Report </a:t>
                      </a:r>
                      <a:endParaRPr lang="en-IN" sz="1200" dirty="0" smtClean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Report 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Live Project (in</a:t>
                      </a:r>
                      <a:r>
                        <a:rPr lang="en-IN" sz="1200" baseline="0" dirty="0" smtClean="0"/>
                        <a:t> 50% working condition) should be ready and installed in Lab Server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baseline="0" dirty="0" smtClean="0"/>
                        <a:t>Test Cases</a:t>
                      </a:r>
                      <a:endParaRPr lang="en-IN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Final Demo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DD/MM/YYYY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DD/MM/YYYY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Synopsis</a:t>
                      </a:r>
                      <a:r>
                        <a:rPr lang="en-IN" sz="1200" baseline="0" dirty="0" smtClean="0"/>
                        <a:t> Report </a:t>
                      </a:r>
                      <a:endParaRPr lang="en-IN" sz="1200" dirty="0" smtClean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Project Report (Completed)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IN" sz="1200" dirty="0" smtClean="0"/>
                        <a:t>Live Project -100%</a:t>
                      </a:r>
                      <a:r>
                        <a:rPr lang="en-IN" sz="1200" baseline="0" dirty="0" smtClean="0"/>
                        <a:t> completed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Project Viva (External)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Date will be published by CCSIT</a:t>
                      </a:r>
                      <a:endParaRPr lang="en-IN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46934" y="6604084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 smtClean="0">
                <a:solidFill>
                  <a:schemeClr val="bg1"/>
                </a:solidFill>
              </a:rPr>
              <a:t>T004/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92500" lnSpcReduction="20000"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/>
              <a:t>Software Platform </a:t>
            </a:r>
            <a:endParaRPr lang="en-IN" sz="19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	</a:t>
            </a:r>
            <a:r>
              <a:rPr lang="en-US" sz="1800" b="1" dirty="0" smtClean="0"/>
              <a:t>Front-end</a:t>
            </a:r>
            <a:endParaRPr lang="en-IN" sz="1800" dirty="0"/>
          </a:p>
          <a:p>
            <a:pPr marL="0" lvl="0" indent="0">
              <a:buNone/>
            </a:pPr>
            <a:r>
              <a:rPr lang="en-US" sz="1800" dirty="0" smtClean="0"/>
              <a:t>		XML</a:t>
            </a:r>
            <a:r>
              <a:rPr lang="en-US" dirty="0"/>
              <a:t> 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   </a:t>
            </a:r>
            <a:r>
              <a:rPr lang="en-US" dirty="0" smtClean="0"/>
              <a:t> </a:t>
            </a:r>
            <a:r>
              <a:rPr lang="en-US" sz="1800" b="1" dirty="0" smtClean="0"/>
              <a:t>Back-end</a:t>
            </a:r>
            <a:endParaRPr lang="en-IN" sz="1800" dirty="0"/>
          </a:p>
          <a:p>
            <a:pPr marL="0" lvl="0" indent="0">
              <a:buNone/>
            </a:pPr>
            <a:r>
              <a:rPr lang="en-US" sz="1800" dirty="0" smtClean="0"/>
              <a:t>		Kotlin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SQLite</a:t>
            </a: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Hardware </a:t>
            </a:r>
            <a:r>
              <a:rPr lang="en-US" sz="2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Platform</a:t>
            </a:r>
            <a:endParaRPr lang="en-IN" sz="1700" dirty="0">
              <a:latin typeface="Calibri" panose="020F0502020204030204" pitchFamily="34" charset="0"/>
              <a:ea typeface="Droid Sans Fallback"/>
            </a:endParaRP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RAM </a:t>
            </a:r>
            <a:r>
              <a:rPr lang="en-IN" sz="1800" dirty="0"/>
              <a:t>: at least 256 MB of RAM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Hard </a:t>
            </a:r>
            <a:r>
              <a:rPr lang="en-IN" sz="1800" dirty="0"/>
              <a:t>Disk : at least 10 MB of Disk Space on Hard Disk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OS </a:t>
            </a:r>
            <a:r>
              <a:rPr lang="en-IN" sz="1800" dirty="0"/>
              <a:t>: Android Operating System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IDE </a:t>
            </a:r>
            <a:r>
              <a:rPr lang="en-IN" sz="1800" dirty="0"/>
              <a:t>: Android Studio v1.0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Tools</a:t>
            </a:r>
            <a:endParaRPr lang="en-IN" sz="1800" dirty="0"/>
          </a:p>
          <a:p>
            <a:r>
              <a:rPr lang="en-US" dirty="0"/>
              <a:t>Tool Name: Android Studio IDE</a:t>
            </a:r>
          </a:p>
          <a:p>
            <a:r>
              <a:rPr lang="en-US" dirty="0"/>
              <a:t>Version: 1.0</a:t>
            </a:r>
          </a:p>
          <a:p>
            <a:r>
              <a:rPr lang="en-US" dirty="0"/>
              <a:t>Developer(s):  Google Inc.</a:t>
            </a:r>
          </a:p>
          <a:p>
            <a:r>
              <a:rPr lang="en-US" dirty="0"/>
              <a:t>Written in: Java, Kotlin, C</a:t>
            </a:r>
            <a:r>
              <a:rPr lang="en-US" dirty="0" smtClean="0"/>
              <a:t>++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3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prstClr val="white"/>
                </a:solidFill>
                <a:ea typeface="ＭＳ Ｐゴシック" pitchFamily="-28" charset="-128"/>
              </a:rPr>
              <a:t>Technologies and Tools to be used</a:t>
            </a:r>
            <a:endParaRPr lang="en-US" b="1" dirty="0">
              <a:solidFill>
                <a:prstClr val="white"/>
              </a:solidFill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3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prstClr val="white"/>
                </a:solidFill>
              </a:rPr>
              <a:t>T002/ Version 1.0</a:t>
            </a:r>
            <a:endParaRPr lang="en-IN" sz="105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53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2719" y="1092369"/>
            <a:ext cx="8498561" cy="489551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Artifacts and Screens of Running Application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46934" y="6604084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 smtClean="0">
                <a:solidFill>
                  <a:schemeClr val="bg1"/>
                </a:solidFill>
              </a:rPr>
              <a:t>T004/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2719" y="1092369"/>
            <a:ext cx="8498561" cy="489551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5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prstClr val="white"/>
                </a:solidFill>
                <a:ea typeface="ＭＳ Ｐゴシック" pitchFamily="-28" charset="-128"/>
              </a:rPr>
              <a:t>Artifacts and Screens of Running Application</a:t>
            </a:r>
            <a:endParaRPr lang="en-US" b="1" dirty="0">
              <a:solidFill>
                <a:prstClr val="white"/>
              </a:solidFill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5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46934" y="6604084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 smtClean="0">
                <a:solidFill>
                  <a:prstClr val="white"/>
                </a:solidFill>
              </a:rPr>
              <a:t>T004/ Version 1.0</a:t>
            </a:r>
            <a:endParaRPr lang="en-IN" sz="1050" b="1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3" y="972099"/>
            <a:ext cx="8931414" cy="4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6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2719" y="1092369"/>
            <a:ext cx="8498561" cy="489551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6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prstClr val="white"/>
                </a:solidFill>
                <a:ea typeface="ＭＳ Ｐゴシック" pitchFamily="-28" charset="-128"/>
              </a:rPr>
              <a:t>Artifacts and Screens of Running Application</a:t>
            </a:r>
            <a:endParaRPr lang="en-US" b="1" dirty="0">
              <a:solidFill>
                <a:prstClr val="white"/>
              </a:solidFill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6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46934" y="6604084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 smtClean="0">
                <a:solidFill>
                  <a:prstClr val="white"/>
                </a:solidFill>
              </a:rPr>
              <a:t>T004/ Version 1.0</a:t>
            </a:r>
            <a:endParaRPr lang="en-IN" sz="1050" b="1" dirty="0">
              <a:solidFill>
                <a:prstClr val="whit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790" y="2888051"/>
            <a:ext cx="947564" cy="9475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1" y="987273"/>
            <a:ext cx="2371555" cy="51383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954062"/>
            <a:ext cx="2396583" cy="49925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610" y="987273"/>
            <a:ext cx="2334180" cy="505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7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7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prstClr val="white"/>
                </a:solidFill>
                <a:ea typeface="ＭＳ Ｐゴシック" pitchFamily="-28" charset="-128"/>
              </a:rPr>
              <a:t>Context Diagram (Overall Project)</a:t>
            </a:r>
            <a:endParaRPr lang="en-US" b="1" dirty="0">
              <a:solidFill>
                <a:prstClr val="white"/>
              </a:solidFill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7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prstClr val="white"/>
                </a:solidFill>
              </a:rPr>
              <a:t>T002/ Version 1.0</a:t>
            </a:r>
            <a:endParaRPr lang="en-IN" sz="1050" b="1" dirty="0">
              <a:solidFill>
                <a:prstClr val="white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8402" y="1628800"/>
            <a:ext cx="8566085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4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8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prstClr val="white"/>
                </a:solidFill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prstClr val="white"/>
              </a:solidFill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prstClr val="white"/>
                </a:solidFill>
              </a:rPr>
              <a:pPr/>
              <a:t>8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prstClr val="white"/>
                </a:solidFill>
              </a:rPr>
              <a:t>T002/ Version 1.0</a:t>
            </a:r>
            <a:endParaRPr lang="en-IN" sz="1050" b="1" dirty="0">
              <a:solidFill>
                <a:prstClr val="white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0988" y="998877"/>
            <a:ext cx="7698166" cy="499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5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End of Project </a:t>
            </a:r>
            <a:r>
              <a:rPr lang="en-US" sz="4000" dirty="0" smtClean="0"/>
              <a:t>Progres</a:t>
            </a:r>
            <a:r>
              <a:rPr lang="en-US" sz="4000" dirty="0" smtClean="0"/>
              <a:t>s </a:t>
            </a:r>
            <a:r>
              <a:rPr lang="en-US" sz="4000" dirty="0" smtClean="0"/>
              <a:t>Presentation</a:t>
            </a:r>
            <a:r>
              <a:rPr lang="en-IN" sz="4000" dirty="0"/>
              <a:t/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23" y="3284984"/>
            <a:ext cx="3243353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0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4031</TotalTime>
  <Words>263</Words>
  <Application>Microsoft Office PowerPoint</Application>
  <PresentationFormat>On-screen Show (4:3)</PresentationFormat>
  <Paragraphs>100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ＭＳ Ｐゴシック</vt:lpstr>
      <vt:lpstr>Arial</vt:lpstr>
      <vt:lpstr>Calibri</vt:lpstr>
      <vt:lpstr>Droid Sans Fallback</vt:lpstr>
      <vt:lpstr>Mangal</vt:lpstr>
      <vt:lpstr>Times New Roman</vt:lpstr>
      <vt:lpstr>Wingdings</vt:lpstr>
      <vt:lpstr>Office Theme</vt:lpstr>
      <vt:lpstr> ECHO MUSIC PLAYER Project Progress Presentation : Milestone 3  Date: 18/02/2021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Project Progress Presentation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Manish Gupta</cp:lastModifiedBy>
  <cp:revision>102</cp:revision>
  <dcterms:created xsi:type="dcterms:W3CDTF">2016-07-30T14:16:51Z</dcterms:created>
  <dcterms:modified xsi:type="dcterms:W3CDTF">2021-03-17T19:46:22Z</dcterms:modified>
</cp:coreProperties>
</file>